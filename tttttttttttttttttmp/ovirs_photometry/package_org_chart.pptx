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6600"/>
    <a:srgbClr val="FFFF00"/>
    <a:srgbClr val="77933C"/>
    <a:srgbClr val="47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2"/>
  </p:normalViewPr>
  <p:slideViewPr>
    <p:cSldViewPr snapToGrid="0" snapToObjects="1">
      <p:cViewPr varScale="1">
        <p:scale>
          <a:sx n="185" d="100"/>
          <a:sy n="185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7DA5C-AC2D-9445-A4AB-5799AE543A77}" type="datetimeFigureOut">
              <a:rPr lang="en-US" smtClean="0"/>
              <a:t>10/2/17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9C33D-E13A-B74D-95C6-4AA801002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9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19C33D-E13A-B74D-95C6-4AA8010020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7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5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4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6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8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9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6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6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9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7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4D96E-1D08-9C4F-9FB9-51144D3F69C8}" type="datetimeFigureOut">
              <a:rPr lang="en-US" smtClean="0"/>
              <a:t>10/2/17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E8FE6-65F6-7C4B-BE55-DEBC4090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940009" y="1524000"/>
            <a:ext cx="5369709" cy="254613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4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just"/>
            <a:r>
              <a:rPr lang="en-US" dirty="0" err="1" smtClean="0">
                <a:solidFill>
                  <a:srgbClr val="000000"/>
                </a:solidFill>
              </a:rPr>
              <a:t>PhotModS.pro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84897" y="1649260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</a:t>
            </a:r>
            <a:r>
              <a:rPr lang="en-US" sz="1200" dirty="0" err="1" smtClean="0">
                <a:solidFill>
                  <a:schemeClr val="tx1"/>
                </a:solidFill>
              </a:rPr>
              <a:t>ead_spec.pro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41573" y="3034008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w</a:t>
            </a:r>
            <a:r>
              <a:rPr lang="en-US" sz="1200" dirty="0" err="1" smtClean="0">
                <a:solidFill>
                  <a:schemeClr val="tx1"/>
                </a:solidFill>
              </a:rPr>
              <a:t>rite_phomodel.pro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5128" y="1656111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SPDIF.fits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47620" y="3034008"/>
            <a:ext cx="1227312" cy="420274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Bennu_model_parameters.fits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09742" y="228652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</a:t>
            </a:r>
            <a:r>
              <a:rPr lang="en-US" sz="1200" dirty="0" err="1" smtClean="0">
                <a:solidFill>
                  <a:schemeClr val="tx1"/>
                </a:solidFill>
              </a:rPr>
              <a:t>pfit_phomodel.pro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09742" y="3381606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Plot_</a:t>
            </a:r>
            <a:r>
              <a:rPr lang="en-US" altLang="zh-CN" sz="1200" dirty="0" err="1" smtClean="0">
                <a:solidFill>
                  <a:schemeClr val="tx1"/>
                </a:solidFill>
              </a:rPr>
              <a:t>PS</a:t>
            </a:r>
            <a:r>
              <a:rPr lang="en-US" sz="1200" dirty="0" err="1" smtClean="0">
                <a:solidFill>
                  <a:schemeClr val="tx1"/>
                </a:solidFill>
              </a:rPr>
              <a:t>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9742" y="4482171"/>
            <a:ext cx="1227312" cy="420274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lot_files.ps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2" idx="2"/>
            <a:endCxn id="16" idx="0"/>
          </p:cNvCxnSpPr>
          <p:nvPr/>
        </p:nvCxnSpPr>
        <p:spPr>
          <a:xfrm>
            <a:off x="4623398" y="1242550"/>
            <a:ext cx="0" cy="10439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"/>
            <a:endCxn id="9" idx="1"/>
          </p:cNvCxnSpPr>
          <p:nvPr/>
        </p:nvCxnSpPr>
        <p:spPr>
          <a:xfrm flipV="1">
            <a:off x="1732440" y="1859397"/>
            <a:ext cx="452457" cy="6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2"/>
            <a:endCxn id="53" idx="0"/>
          </p:cNvCxnSpPr>
          <p:nvPr/>
        </p:nvCxnSpPr>
        <p:spPr>
          <a:xfrm flipH="1">
            <a:off x="2791296" y="2069534"/>
            <a:ext cx="7257" cy="342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6" idx="3"/>
            <a:endCxn id="69" idx="1"/>
          </p:cNvCxnSpPr>
          <p:nvPr/>
        </p:nvCxnSpPr>
        <p:spPr>
          <a:xfrm flipV="1">
            <a:off x="5237054" y="2489499"/>
            <a:ext cx="604519" cy="7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6" idx="2"/>
            <a:endCxn id="17" idx="0"/>
          </p:cNvCxnSpPr>
          <p:nvPr/>
        </p:nvCxnSpPr>
        <p:spPr>
          <a:xfrm>
            <a:off x="4623398" y="2706796"/>
            <a:ext cx="0" cy="674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18" idx="0"/>
          </p:cNvCxnSpPr>
          <p:nvPr/>
        </p:nvCxnSpPr>
        <p:spPr>
          <a:xfrm>
            <a:off x="4623398" y="3801880"/>
            <a:ext cx="0" cy="6802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3"/>
            <a:endCxn id="15" idx="1"/>
          </p:cNvCxnSpPr>
          <p:nvPr/>
        </p:nvCxnSpPr>
        <p:spPr>
          <a:xfrm>
            <a:off x="7068885" y="3244145"/>
            <a:ext cx="4787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3" idx="0"/>
            <a:endCxn id="10" idx="2"/>
          </p:cNvCxnSpPr>
          <p:nvPr/>
        </p:nvCxnSpPr>
        <p:spPr>
          <a:xfrm flipV="1">
            <a:off x="6455229" y="3454282"/>
            <a:ext cx="0" cy="8177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82" y="6268676"/>
            <a:ext cx="26162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PhotModS.pro</a:t>
            </a:r>
            <a:endParaRPr lang="en-US" sz="3200" dirty="0"/>
          </a:p>
        </p:txBody>
      </p:sp>
      <p:sp>
        <p:nvSpPr>
          <p:cNvPr id="41" name="Rectangle 40"/>
          <p:cNvSpPr/>
          <p:nvPr/>
        </p:nvSpPr>
        <p:spPr>
          <a:xfrm>
            <a:off x="5841573" y="5007140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hopar_sis.csv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41573" y="427203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oad_sis.pro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0"/>
            <a:endCxn id="43" idx="2"/>
          </p:cNvCxnSpPr>
          <p:nvPr/>
        </p:nvCxnSpPr>
        <p:spPr>
          <a:xfrm flipV="1">
            <a:off x="6455229" y="4692308"/>
            <a:ext cx="0" cy="3148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171708" y="5019641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PhotModS.conf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48" idx="0"/>
            <a:endCxn id="50" idx="2"/>
          </p:cNvCxnSpPr>
          <p:nvPr/>
        </p:nvCxnSpPr>
        <p:spPr>
          <a:xfrm flipV="1">
            <a:off x="2785364" y="4711626"/>
            <a:ext cx="0" cy="308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171708" y="429135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oad_conf.pro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2" name="Straight Arrow Connector 51"/>
          <p:cNvCxnSpPr>
            <a:stCxn id="50" idx="0"/>
          </p:cNvCxnSpPr>
          <p:nvPr/>
        </p:nvCxnSpPr>
        <p:spPr>
          <a:xfrm flipV="1">
            <a:off x="2785364" y="4070135"/>
            <a:ext cx="0" cy="2212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6187927" y="5556378"/>
            <a:ext cx="2742365" cy="1138773"/>
            <a:chOff x="6044057" y="5450029"/>
            <a:chExt cx="2742365" cy="1138773"/>
          </a:xfrm>
        </p:grpSpPr>
        <p:sp>
          <p:nvSpPr>
            <p:cNvPr id="59" name="Rectangle 58"/>
            <p:cNvSpPr/>
            <p:nvPr/>
          </p:nvSpPr>
          <p:spPr>
            <a:xfrm>
              <a:off x="6044057" y="5814036"/>
              <a:ext cx="1033965" cy="203919"/>
            </a:xfrm>
            <a:prstGeom prst="rect">
              <a:avLst/>
            </a:prstGeom>
            <a:solidFill>
              <a:srgbClr val="77933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044057" y="6325289"/>
              <a:ext cx="1033965" cy="203919"/>
            </a:xfrm>
            <a:prstGeom prst="rect">
              <a:avLst/>
            </a:prstGeom>
            <a:solidFill>
              <a:srgbClr val="FF6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044057" y="6075690"/>
              <a:ext cx="1033965" cy="203919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044057" y="5556378"/>
              <a:ext cx="1033965" cy="2039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68885" y="5450029"/>
              <a:ext cx="1717537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 smtClean="0">
                  <a:solidFill>
                    <a:srgbClr val="4786D1"/>
                  </a:solidFill>
                </a:rPr>
                <a:t>Program file</a:t>
              </a:r>
            </a:p>
            <a:p>
              <a:r>
                <a:rPr lang="en-US" sz="1700" dirty="0" smtClean="0">
                  <a:solidFill>
                    <a:srgbClr val="77933C"/>
                  </a:solidFill>
                </a:rPr>
                <a:t>Configuration file</a:t>
              </a:r>
            </a:p>
            <a:p>
              <a:r>
                <a:rPr lang="en-US" sz="1700" dirty="0" smtClean="0">
                  <a:ln w="3175" cap="sq" cmpd="sng">
                    <a:solidFill>
                      <a:schemeClr val="tx1">
                        <a:alpha val="52000"/>
                      </a:schemeClr>
                    </a:solidFill>
                    <a:prstDash val="solid"/>
                    <a:miter lim="800000"/>
                  </a:ln>
                  <a:solidFill>
                    <a:srgbClr val="FFFF00"/>
                  </a:solidFill>
                </a:rPr>
                <a:t>Input data</a:t>
              </a:r>
            </a:p>
            <a:p>
              <a:r>
                <a:rPr lang="en-US" sz="1700" dirty="0" smtClean="0">
                  <a:solidFill>
                    <a:srgbClr val="FF6600"/>
                  </a:solidFill>
                </a:rPr>
                <a:t>Output file</a:t>
              </a:r>
              <a:endParaRPr lang="en-US" sz="1700" dirty="0">
                <a:solidFill>
                  <a:srgbClr val="FF6600"/>
                </a:solidFill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2171708" y="3171469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</a:t>
            </a:r>
            <a:r>
              <a:rPr lang="en-US" sz="1200" dirty="0" err="1" smtClean="0">
                <a:solidFill>
                  <a:schemeClr val="tx1"/>
                </a:solidFill>
              </a:rPr>
              <a:t>heck_phodata.pro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51" idx="3"/>
            <a:endCxn id="16" idx="1"/>
          </p:cNvCxnSpPr>
          <p:nvPr/>
        </p:nvCxnSpPr>
        <p:spPr>
          <a:xfrm flipV="1">
            <a:off x="3399020" y="2496659"/>
            <a:ext cx="610722" cy="88494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976026" y="275771"/>
            <a:ext cx="3294743" cy="9667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Photometry module (page 4)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177640" y="2412509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</a:t>
            </a:r>
            <a:r>
              <a:rPr lang="en-US" sz="1200" dirty="0" err="1" smtClean="0">
                <a:solidFill>
                  <a:schemeClr val="tx1"/>
                </a:solidFill>
              </a:rPr>
              <a:t>in_phodata.pro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/>
          <p:cNvCxnSpPr>
            <a:stCxn id="53" idx="2"/>
            <a:endCxn id="51" idx="0"/>
          </p:cNvCxnSpPr>
          <p:nvPr/>
        </p:nvCxnSpPr>
        <p:spPr>
          <a:xfrm flipH="1">
            <a:off x="2785364" y="2832783"/>
            <a:ext cx="5932" cy="3386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841573" y="227936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write_phomodel_qua.pro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547620" y="2279362"/>
            <a:ext cx="1227312" cy="420274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Bennu_model_parameters_qua.fits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070350" y="2533147"/>
            <a:ext cx="4787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16" idx="3"/>
            <a:endCxn id="10" idx="1"/>
          </p:cNvCxnSpPr>
          <p:nvPr/>
        </p:nvCxnSpPr>
        <p:spPr>
          <a:xfrm>
            <a:off x="5237054" y="2496659"/>
            <a:ext cx="604519" cy="7474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77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940009" y="1524000"/>
            <a:ext cx="5369709" cy="254613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4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just"/>
            <a:r>
              <a:rPr lang="en-US" dirty="0" err="1" smtClean="0">
                <a:solidFill>
                  <a:srgbClr val="000000"/>
                </a:solidFill>
              </a:rPr>
              <a:t>PhotCorrS.pro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71708" y="2078809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read_spec.pro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0710" y="234617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write_spec.pro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41573" y="5007140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specdata_sis.csv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71708" y="5019641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PhotCorrS.conf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1939" y="2085660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IOF.fits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47620" y="2346173"/>
            <a:ext cx="1227312" cy="420274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PCIOF_data.fits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09742" y="234617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photomet.pro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53" idx="2"/>
            <a:endCxn id="16" idx="0"/>
          </p:cNvCxnSpPr>
          <p:nvPr/>
        </p:nvCxnSpPr>
        <p:spPr>
          <a:xfrm>
            <a:off x="4623398" y="1242550"/>
            <a:ext cx="0" cy="1103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"/>
            <a:endCxn id="9" idx="1"/>
          </p:cNvCxnSpPr>
          <p:nvPr/>
        </p:nvCxnSpPr>
        <p:spPr>
          <a:xfrm flipV="1">
            <a:off x="1719251" y="2288946"/>
            <a:ext cx="452457" cy="6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6" idx="3"/>
            <a:endCxn id="10" idx="1"/>
          </p:cNvCxnSpPr>
          <p:nvPr/>
        </p:nvCxnSpPr>
        <p:spPr>
          <a:xfrm>
            <a:off x="5237054" y="2556310"/>
            <a:ext cx="6136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3"/>
            <a:endCxn id="15" idx="1"/>
          </p:cNvCxnSpPr>
          <p:nvPr/>
        </p:nvCxnSpPr>
        <p:spPr>
          <a:xfrm>
            <a:off x="7078022" y="2556310"/>
            <a:ext cx="4695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0"/>
            <a:endCxn id="10" idx="2"/>
          </p:cNvCxnSpPr>
          <p:nvPr/>
        </p:nvCxnSpPr>
        <p:spPr>
          <a:xfrm flipV="1">
            <a:off x="6455229" y="2766447"/>
            <a:ext cx="9137" cy="1505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2" idx="0"/>
            <a:endCxn id="37" idx="2"/>
          </p:cNvCxnSpPr>
          <p:nvPr/>
        </p:nvCxnSpPr>
        <p:spPr>
          <a:xfrm flipV="1">
            <a:off x="2785364" y="4711626"/>
            <a:ext cx="0" cy="308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171708" y="429135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oad_conf.pro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37" idx="0"/>
          </p:cNvCxnSpPr>
          <p:nvPr/>
        </p:nvCxnSpPr>
        <p:spPr>
          <a:xfrm flipV="1">
            <a:off x="2785364" y="4070135"/>
            <a:ext cx="0" cy="2212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91939" y="2766447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Bennu_model_parameters.fits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71708" y="2766447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read_phomodel.pro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43" idx="1"/>
          </p:cNvCxnSpPr>
          <p:nvPr/>
        </p:nvCxnSpPr>
        <p:spPr>
          <a:xfrm>
            <a:off x="1719251" y="2976584"/>
            <a:ext cx="45245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43" idx="3"/>
          </p:cNvCxnSpPr>
          <p:nvPr/>
        </p:nvCxnSpPr>
        <p:spPr>
          <a:xfrm flipV="1">
            <a:off x="3399020" y="2556310"/>
            <a:ext cx="610722" cy="420274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9" idx="3"/>
          </p:cNvCxnSpPr>
          <p:nvPr/>
        </p:nvCxnSpPr>
        <p:spPr>
          <a:xfrm>
            <a:off x="3399020" y="2288946"/>
            <a:ext cx="493405" cy="267364"/>
          </a:xfrm>
          <a:prstGeom prst="bentConnector3">
            <a:avLst>
              <a:gd name="adj1" fmla="val 60724"/>
            </a:avLst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282" y="6268676"/>
            <a:ext cx="25547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PhotCorrS.pro</a:t>
            </a:r>
            <a:endParaRPr lang="en-US" sz="3200" dirty="0"/>
          </a:p>
        </p:txBody>
      </p:sp>
      <p:sp>
        <p:nvSpPr>
          <p:cNvPr id="40" name="Rectangle 39"/>
          <p:cNvSpPr/>
          <p:nvPr/>
        </p:nvSpPr>
        <p:spPr>
          <a:xfrm>
            <a:off x="5841573" y="427203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oad_sis.pro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1" idx="0"/>
            <a:endCxn id="40" idx="2"/>
          </p:cNvCxnSpPr>
          <p:nvPr/>
        </p:nvCxnSpPr>
        <p:spPr>
          <a:xfrm flipV="1">
            <a:off x="6455229" y="4692308"/>
            <a:ext cx="0" cy="3148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6187927" y="5556378"/>
            <a:ext cx="2742365" cy="1138773"/>
            <a:chOff x="6044057" y="5450029"/>
            <a:chExt cx="2742365" cy="1138773"/>
          </a:xfrm>
        </p:grpSpPr>
        <p:sp>
          <p:nvSpPr>
            <p:cNvPr id="49" name="Rectangle 48"/>
            <p:cNvSpPr/>
            <p:nvPr/>
          </p:nvSpPr>
          <p:spPr>
            <a:xfrm>
              <a:off x="6044057" y="5814036"/>
              <a:ext cx="1033965" cy="203919"/>
            </a:xfrm>
            <a:prstGeom prst="rect">
              <a:avLst/>
            </a:prstGeom>
            <a:solidFill>
              <a:srgbClr val="77933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044057" y="6325289"/>
              <a:ext cx="1033965" cy="203919"/>
            </a:xfrm>
            <a:prstGeom prst="rect">
              <a:avLst/>
            </a:prstGeom>
            <a:solidFill>
              <a:srgbClr val="FF6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44057" y="6075690"/>
              <a:ext cx="1033965" cy="203919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44057" y="5556378"/>
              <a:ext cx="1033965" cy="2039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068885" y="5450029"/>
              <a:ext cx="1717537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 smtClean="0">
                  <a:solidFill>
                    <a:srgbClr val="4786D1"/>
                  </a:solidFill>
                </a:rPr>
                <a:t>Program file</a:t>
              </a:r>
            </a:p>
            <a:p>
              <a:r>
                <a:rPr lang="en-US" sz="1700" dirty="0" smtClean="0">
                  <a:solidFill>
                    <a:srgbClr val="77933C"/>
                  </a:solidFill>
                </a:rPr>
                <a:t>Configuration file</a:t>
              </a:r>
            </a:p>
            <a:p>
              <a:r>
                <a:rPr lang="en-US" sz="1700" dirty="0" smtClean="0">
                  <a:ln w="3175" cap="sq" cmpd="sng">
                    <a:solidFill>
                      <a:schemeClr val="tx1">
                        <a:alpha val="52000"/>
                      </a:schemeClr>
                    </a:solidFill>
                    <a:prstDash val="solid"/>
                    <a:miter lim="800000"/>
                  </a:ln>
                  <a:solidFill>
                    <a:srgbClr val="FFFF00"/>
                  </a:solidFill>
                </a:rPr>
                <a:t>Input data</a:t>
              </a:r>
            </a:p>
            <a:p>
              <a:r>
                <a:rPr lang="en-US" sz="1700" dirty="0" smtClean="0">
                  <a:solidFill>
                    <a:srgbClr val="FF6600"/>
                  </a:solidFill>
                </a:rPr>
                <a:t>Output file</a:t>
              </a:r>
              <a:endParaRPr lang="en-US" sz="1700" dirty="0">
                <a:solidFill>
                  <a:srgbClr val="FF6600"/>
                </a:solidFill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4084227" y="5021953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hopar_sis.csv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084227" y="4286847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load_sis.pro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/>
          <p:cNvCxnSpPr>
            <a:stCxn id="61" idx="0"/>
            <a:endCxn id="62" idx="2"/>
          </p:cNvCxnSpPr>
          <p:nvPr/>
        </p:nvCxnSpPr>
        <p:spPr>
          <a:xfrm flipV="1">
            <a:off x="4697883" y="4707121"/>
            <a:ext cx="0" cy="3148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62" idx="0"/>
            <a:endCxn id="43" idx="2"/>
          </p:cNvCxnSpPr>
          <p:nvPr/>
        </p:nvCxnSpPr>
        <p:spPr>
          <a:xfrm rot="16200000" flipV="1">
            <a:off x="3191561" y="2780524"/>
            <a:ext cx="1100126" cy="191251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976026" y="275771"/>
            <a:ext cx="3294743" cy="9667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Photometry module (page 4)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6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940009" y="1524000"/>
            <a:ext cx="5369709" cy="254613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6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64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just"/>
            <a:r>
              <a:rPr lang="en-US" dirty="0" err="1" smtClean="0">
                <a:solidFill>
                  <a:srgbClr val="000000"/>
                </a:solidFill>
              </a:rPr>
              <a:t>BoloAlbedoS.pro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71708" y="2133947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read_spec.pro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0710" y="3180280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w</a:t>
            </a:r>
            <a:r>
              <a:rPr lang="en-US" sz="1200" dirty="0" err="1" smtClean="0">
                <a:solidFill>
                  <a:schemeClr val="tx1"/>
                </a:solidFill>
              </a:rPr>
              <a:t>rite_bolo.pro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2406" y="5029755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boloalbedo_sis.csv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17957" y="5044042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BoloAlbedoS.conf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1939" y="2140798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IOF.fits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9110" y="3180280"/>
            <a:ext cx="1227312" cy="420274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BOND.fits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60" idx="2"/>
            <a:endCxn id="16" idx="0"/>
          </p:cNvCxnSpPr>
          <p:nvPr/>
        </p:nvCxnSpPr>
        <p:spPr>
          <a:xfrm>
            <a:off x="4623398" y="1242550"/>
            <a:ext cx="0" cy="8993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"/>
            <a:endCxn id="9" idx="1"/>
          </p:cNvCxnSpPr>
          <p:nvPr/>
        </p:nvCxnSpPr>
        <p:spPr>
          <a:xfrm flipV="1">
            <a:off x="1719251" y="2344084"/>
            <a:ext cx="452457" cy="6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3"/>
            <a:endCxn id="15" idx="1"/>
          </p:cNvCxnSpPr>
          <p:nvPr/>
        </p:nvCxnSpPr>
        <p:spPr>
          <a:xfrm>
            <a:off x="7078022" y="3390417"/>
            <a:ext cx="4810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2" idx="0"/>
            <a:endCxn id="37" idx="2"/>
          </p:cNvCxnSpPr>
          <p:nvPr/>
        </p:nvCxnSpPr>
        <p:spPr>
          <a:xfrm flipV="1">
            <a:off x="2531613" y="4710348"/>
            <a:ext cx="0" cy="3336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6187927" y="5556378"/>
            <a:ext cx="2742365" cy="1138773"/>
            <a:chOff x="6044057" y="5450029"/>
            <a:chExt cx="2742365" cy="1138773"/>
          </a:xfrm>
        </p:grpSpPr>
        <p:sp>
          <p:nvSpPr>
            <p:cNvPr id="53" name="Rectangle 52"/>
            <p:cNvSpPr/>
            <p:nvPr/>
          </p:nvSpPr>
          <p:spPr>
            <a:xfrm>
              <a:off x="6044057" y="5814036"/>
              <a:ext cx="1033965" cy="203919"/>
            </a:xfrm>
            <a:prstGeom prst="rect">
              <a:avLst/>
            </a:prstGeom>
            <a:solidFill>
              <a:srgbClr val="77933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044057" y="6325289"/>
              <a:ext cx="1033965" cy="203919"/>
            </a:xfrm>
            <a:prstGeom prst="rect">
              <a:avLst/>
            </a:prstGeom>
            <a:solidFill>
              <a:srgbClr val="FF66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44057" y="6075690"/>
              <a:ext cx="1033965" cy="203919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044057" y="5556378"/>
              <a:ext cx="1033965" cy="2039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68885" y="5450029"/>
              <a:ext cx="1717537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 smtClean="0">
                  <a:solidFill>
                    <a:srgbClr val="4786D1"/>
                  </a:solidFill>
                </a:rPr>
                <a:t>Program file</a:t>
              </a:r>
            </a:p>
            <a:p>
              <a:r>
                <a:rPr lang="en-US" sz="1700" dirty="0" smtClean="0">
                  <a:solidFill>
                    <a:srgbClr val="77933C"/>
                  </a:solidFill>
                </a:rPr>
                <a:t>Configuration file</a:t>
              </a:r>
            </a:p>
            <a:p>
              <a:r>
                <a:rPr lang="en-US" sz="1700" dirty="0" smtClean="0">
                  <a:ln w="3175" cap="sq" cmpd="sng">
                    <a:solidFill>
                      <a:schemeClr val="tx1">
                        <a:alpha val="52000"/>
                      </a:schemeClr>
                    </a:solidFill>
                    <a:prstDash val="solid"/>
                    <a:miter lim="800000"/>
                  </a:ln>
                  <a:solidFill>
                    <a:srgbClr val="FFFF00"/>
                  </a:solidFill>
                </a:rPr>
                <a:t>Input data</a:t>
              </a:r>
            </a:p>
            <a:p>
              <a:r>
                <a:rPr lang="en-US" sz="1700" dirty="0" smtClean="0">
                  <a:solidFill>
                    <a:srgbClr val="FF6600"/>
                  </a:solidFill>
                </a:rPr>
                <a:t>Output file</a:t>
              </a:r>
              <a:endParaRPr lang="en-US" sz="1700" dirty="0">
                <a:solidFill>
                  <a:srgbClr val="FF6600"/>
                </a:solidFill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1917957" y="429007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oad_conf.pro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37" idx="0"/>
          </p:cNvCxnSpPr>
          <p:nvPr/>
        </p:nvCxnSpPr>
        <p:spPr>
          <a:xfrm flipV="1">
            <a:off x="2531613" y="4070135"/>
            <a:ext cx="0" cy="2199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91939" y="2986510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Bennu_model_parameters.fits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71708" y="297699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read_phomodel.pro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43" idx="1"/>
          </p:cNvCxnSpPr>
          <p:nvPr/>
        </p:nvCxnSpPr>
        <p:spPr>
          <a:xfrm flipV="1">
            <a:off x="1719251" y="3187131"/>
            <a:ext cx="452457" cy="9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282" y="6268676"/>
            <a:ext cx="298551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BoloAlbedoS.pro</a:t>
            </a:r>
            <a:endParaRPr lang="en-US" sz="3200" dirty="0"/>
          </a:p>
        </p:txBody>
      </p:sp>
      <p:sp>
        <p:nvSpPr>
          <p:cNvPr id="42" name="Rectangle 41"/>
          <p:cNvSpPr/>
          <p:nvPr/>
        </p:nvSpPr>
        <p:spPr>
          <a:xfrm>
            <a:off x="5850710" y="2433031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bolometric.pro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09742" y="297014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hase_integral.pro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0" name="Elbow Connector 49"/>
          <p:cNvCxnSpPr>
            <a:stCxn id="48" idx="3"/>
          </p:cNvCxnSpPr>
          <p:nvPr/>
        </p:nvCxnSpPr>
        <p:spPr>
          <a:xfrm flipV="1">
            <a:off x="5237054" y="2667000"/>
            <a:ext cx="325546" cy="51328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9" idx="3"/>
            <a:endCxn id="16" idx="1"/>
          </p:cNvCxnSpPr>
          <p:nvPr/>
        </p:nvCxnSpPr>
        <p:spPr>
          <a:xfrm>
            <a:off x="3399020" y="2344084"/>
            <a:ext cx="610722" cy="79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3" idx="3"/>
            <a:endCxn id="48" idx="1"/>
          </p:cNvCxnSpPr>
          <p:nvPr/>
        </p:nvCxnSpPr>
        <p:spPr>
          <a:xfrm flipV="1">
            <a:off x="3399020" y="3180280"/>
            <a:ext cx="610722" cy="6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rot="5400000" flipH="1" flipV="1">
            <a:off x="3199938" y="2543166"/>
            <a:ext cx="731392" cy="333228"/>
          </a:xfrm>
          <a:prstGeom prst="bentConnector3">
            <a:avLst>
              <a:gd name="adj1" fmla="val -6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42" idx="2"/>
            <a:endCxn id="10" idx="0"/>
          </p:cNvCxnSpPr>
          <p:nvPr/>
        </p:nvCxnSpPr>
        <p:spPr>
          <a:xfrm>
            <a:off x="6464366" y="2853305"/>
            <a:ext cx="0" cy="326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559110" y="1648612"/>
            <a:ext cx="1227312" cy="420274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</a:t>
            </a:r>
            <a:r>
              <a:rPr lang="en-US" sz="1200" dirty="0" err="1" smtClean="0">
                <a:solidFill>
                  <a:schemeClr val="tx1"/>
                </a:solidFill>
              </a:rPr>
              <a:t>olar_flux.txt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98" name="Straight Arrow Connector 97"/>
          <p:cNvCxnSpPr>
            <a:stCxn id="96" idx="1"/>
            <a:endCxn id="100" idx="3"/>
          </p:cNvCxnSpPr>
          <p:nvPr/>
        </p:nvCxnSpPr>
        <p:spPr>
          <a:xfrm flipH="1">
            <a:off x="7078022" y="1858749"/>
            <a:ext cx="4810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5850710" y="164861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</a:t>
            </a:r>
            <a:r>
              <a:rPr lang="en-US" sz="1200" dirty="0" err="1" smtClean="0">
                <a:solidFill>
                  <a:schemeClr val="tx1"/>
                </a:solidFill>
              </a:rPr>
              <a:t>ead_solar.pro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Straight Arrow Connector 105"/>
          <p:cNvCxnSpPr>
            <a:stCxn id="100" idx="2"/>
            <a:endCxn id="42" idx="0"/>
          </p:cNvCxnSpPr>
          <p:nvPr/>
        </p:nvCxnSpPr>
        <p:spPr>
          <a:xfrm>
            <a:off x="6464366" y="2068886"/>
            <a:ext cx="0" cy="364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6073269" y="427203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oad_sis.pro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11" name="Straight Arrow Connector 110"/>
          <p:cNvCxnSpPr>
            <a:stCxn id="11" idx="0"/>
            <a:endCxn id="107" idx="2"/>
          </p:cNvCxnSpPr>
          <p:nvPr/>
        </p:nvCxnSpPr>
        <p:spPr>
          <a:xfrm flipH="1" flipV="1">
            <a:off x="6686925" y="4692308"/>
            <a:ext cx="9137" cy="3374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3298513" y="5021953"/>
            <a:ext cx="1227312" cy="4202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hopar_sis.csv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3298513" y="4286847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oad_sis.pro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8" name="Straight Arrow Connector 127"/>
          <p:cNvCxnSpPr>
            <a:stCxn id="126" idx="0"/>
            <a:endCxn id="127" idx="2"/>
          </p:cNvCxnSpPr>
          <p:nvPr/>
        </p:nvCxnSpPr>
        <p:spPr>
          <a:xfrm flipV="1">
            <a:off x="3912169" y="4707121"/>
            <a:ext cx="0" cy="3148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>
            <a:stCxn id="127" idx="0"/>
            <a:endCxn id="43" idx="2"/>
          </p:cNvCxnSpPr>
          <p:nvPr/>
        </p:nvCxnSpPr>
        <p:spPr>
          <a:xfrm rot="16200000" flipV="1">
            <a:off x="2903978" y="3278655"/>
            <a:ext cx="889579" cy="112680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Elbow Connector 142"/>
          <p:cNvCxnSpPr>
            <a:stCxn id="107" idx="0"/>
            <a:endCxn id="10" idx="2"/>
          </p:cNvCxnSpPr>
          <p:nvPr/>
        </p:nvCxnSpPr>
        <p:spPr>
          <a:xfrm rot="16200000" flipV="1">
            <a:off x="6239906" y="3825014"/>
            <a:ext cx="671480" cy="222559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976026" y="275771"/>
            <a:ext cx="3294743" cy="9667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Photometry module (page 4)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6" name="Elbow Connector 75"/>
          <p:cNvCxnSpPr>
            <a:endCxn id="42" idx="1"/>
          </p:cNvCxnSpPr>
          <p:nvPr/>
        </p:nvCxnSpPr>
        <p:spPr>
          <a:xfrm>
            <a:off x="5246748" y="2350935"/>
            <a:ext cx="603962" cy="292233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009742" y="214187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photomet.pro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/>
          <p:cNvCxnSpPr>
            <a:stCxn id="60" idx="1"/>
            <a:endCxn id="48" idx="2"/>
          </p:cNvCxnSpPr>
          <p:nvPr/>
        </p:nvCxnSpPr>
        <p:spPr>
          <a:xfrm rot="10800000" flipH="1" flipV="1">
            <a:off x="2976026" y="759161"/>
            <a:ext cx="1647372" cy="2631256"/>
          </a:xfrm>
          <a:prstGeom prst="bentConnector4">
            <a:avLst>
              <a:gd name="adj1" fmla="val -162776"/>
              <a:gd name="adj2" fmla="val 195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33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>
          <a:xfrm>
            <a:off x="108857" y="3847981"/>
            <a:ext cx="8940800" cy="282302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5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08857" y="752874"/>
            <a:ext cx="8940800" cy="282302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15573" y="208422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ommel_seeliger_model.pro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67191" y="208308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</a:t>
            </a:r>
            <a:r>
              <a:rPr lang="en-US" sz="1200" dirty="0" err="1" smtClean="0">
                <a:solidFill>
                  <a:schemeClr val="tx1"/>
                </a:solidFill>
              </a:rPr>
              <a:t>olo_model.pro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97409" y="2084221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</a:t>
            </a:r>
            <a:r>
              <a:rPr lang="en-US" sz="1200" dirty="0" err="1" smtClean="0">
                <a:solidFill>
                  <a:schemeClr val="tx1"/>
                </a:solidFill>
              </a:rPr>
              <a:t>innaert_model.pro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97995" y="2075198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</a:t>
            </a:r>
            <a:r>
              <a:rPr lang="en-US" sz="1200" dirty="0" err="1" smtClean="0">
                <a:solidFill>
                  <a:schemeClr val="tx1"/>
                </a:solidFill>
              </a:rPr>
              <a:t>cewen_model.pro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97995" y="2958780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hot_model.pro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Elbow Connector 6"/>
          <p:cNvCxnSpPr>
            <a:stCxn id="2" idx="2"/>
            <a:endCxn id="6" idx="0"/>
          </p:cNvCxnSpPr>
          <p:nvPr/>
        </p:nvCxnSpPr>
        <p:spPr>
          <a:xfrm rot="16200000" flipH="1">
            <a:off x="2243299" y="1090428"/>
            <a:ext cx="454282" cy="3282422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4" idx="2"/>
            <a:endCxn id="6" idx="0"/>
          </p:cNvCxnSpPr>
          <p:nvPr/>
        </p:nvCxnSpPr>
        <p:spPr>
          <a:xfrm rot="5400000">
            <a:off x="5784216" y="831930"/>
            <a:ext cx="454285" cy="379941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2"/>
          </p:cNvCxnSpPr>
          <p:nvPr/>
        </p:nvCxnSpPr>
        <p:spPr>
          <a:xfrm flipH="1">
            <a:off x="2479379" y="2503357"/>
            <a:ext cx="1468" cy="2068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</p:cNvCxnSpPr>
          <p:nvPr/>
        </p:nvCxnSpPr>
        <p:spPr>
          <a:xfrm>
            <a:off x="4111651" y="2495472"/>
            <a:ext cx="0" cy="206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867191" y="2950758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r</a:t>
            </a:r>
            <a:r>
              <a:rPr lang="en-US" sz="1200" dirty="0" err="1" smtClean="0">
                <a:solidFill>
                  <a:schemeClr val="tx1"/>
                </a:solidFill>
              </a:rPr>
              <a:t>efquant.pro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3"/>
            <a:endCxn id="6" idx="1"/>
          </p:cNvCxnSpPr>
          <p:nvPr/>
        </p:nvCxnSpPr>
        <p:spPr>
          <a:xfrm>
            <a:off x="3094503" y="3160895"/>
            <a:ext cx="403492" cy="80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15572" y="119997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lommel_seeliger.pro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67191" y="1191294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expoly.pro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4" idx="2"/>
            <a:endCxn id="2" idx="0"/>
          </p:cNvCxnSpPr>
          <p:nvPr/>
        </p:nvCxnSpPr>
        <p:spPr>
          <a:xfrm>
            <a:off x="829228" y="1620247"/>
            <a:ext cx="1" cy="4639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5" idx="2"/>
            <a:endCxn id="3" idx="0"/>
          </p:cNvCxnSpPr>
          <p:nvPr/>
        </p:nvCxnSpPr>
        <p:spPr>
          <a:xfrm>
            <a:off x="2480847" y="1611568"/>
            <a:ext cx="0" cy="471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829228" y="1825562"/>
            <a:ext cx="1650151" cy="10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801231" y="907039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minnaert.pro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62976" y="1405288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m</a:t>
            </a:r>
            <a:r>
              <a:rPr lang="en-US" sz="1200" dirty="0" err="1" smtClean="0">
                <a:solidFill>
                  <a:schemeClr val="tx1"/>
                </a:solidFill>
              </a:rPr>
              <a:t>innaert_phasefunc.pro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497995" y="118227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lambert.pro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0" name="Elbow Connector 59"/>
          <p:cNvCxnSpPr>
            <a:stCxn id="26" idx="2"/>
            <a:endCxn id="4" idx="0"/>
          </p:cNvCxnSpPr>
          <p:nvPr/>
        </p:nvCxnSpPr>
        <p:spPr>
          <a:xfrm rot="16200000" flipH="1">
            <a:off x="7284522" y="1457678"/>
            <a:ext cx="756908" cy="496178"/>
          </a:xfrm>
          <a:prstGeom prst="bentConnector3">
            <a:avLst>
              <a:gd name="adj1" fmla="val 7906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27" idx="2"/>
            <a:endCxn id="4" idx="0"/>
          </p:cNvCxnSpPr>
          <p:nvPr/>
        </p:nvCxnSpPr>
        <p:spPr>
          <a:xfrm rot="5400000">
            <a:off x="7964520" y="1772108"/>
            <a:ext cx="258659" cy="365567"/>
          </a:xfrm>
          <a:prstGeom prst="bentConnector3">
            <a:avLst>
              <a:gd name="adj1" fmla="val 3671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stCxn id="15" idx="2"/>
            <a:endCxn id="93" idx="0"/>
          </p:cNvCxnSpPr>
          <p:nvPr/>
        </p:nvCxnSpPr>
        <p:spPr>
          <a:xfrm rot="16200000" flipH="1">
            <a:off x="3901706" y="190709"/>
            <a:ext cx="440704" cy="32824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3497995" y="4107196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p</a:t>
            </a:r>
            <a:r>
              <a:rPr lang="en-US" sz="1200" dirty="0" err="1" smtClean="0">
                <a:solidFill>
                  <a:schemeClr val="tx1"/>
                </a:solidFill>
              </a:rPr>
              <a:t>hase_func.pro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15572" y="5016295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l</a:t>
            </a:r>
            <a:r>
              <a:rPr lang="en-US" sz="1200" dirty="0" err="1" smtClean="0">
                <a:solidFill>
                  <a:schemeClr val="tx1"/>
                </a:solidFill>
              </a:rPr>
              <a:t>s_intphasefunc.pro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867191" y="5028341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rolo_intphasefunc.pro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496802" y="5038556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mcewen_intphasefunc.pro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149613" y="5016295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akimov_intphasefunc.pro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7" name="Elbow Connector 76"/>
          <p:cNvCxnSpPr>
            <a:stCxn id="72" idx="0"/>
            <a:endCxn id="71" idx="2"/>
          </p:cNvCxnSpPr>
          <p:nvPr/>
        </p:nvCxnSpPr>
        <p:spPr>
          <a:xfrm rot="5400000" flipH="1" flipV="1">
            <a:off x="2226027" y="3130672"/>
            <a:ext cx="488825" cy="3282423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116" idx="0"/>
            <a:endCxn id="71" idx="2"/>
          </p:cNvCxnSpPr>
          <p:nvPr/>
        </p:nvCxnSpPr>
        <p:spPr>
          <a:xfrm rot="16200000" flipV="1">
            <a:off x="5512834" y="3126288"/>
            <a:ext cx="500871" cy="3303236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endCxn id="73" idx="0"/>
          </p:cNvCxnSpPr>
          <p:nvPr/>
        </p:nvCxnSpPr>
        <p:spPr>
          <a:xfrm>
            <a:off x="2480846" y="4779865"/>
            <a:ext cx="1" cy="2484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74" idx="0"/>
          </p:cNvCxnSpPr>
          <p:nvPr/>
        </p:nvCxnSpPr>
        <p:spPr>
          <a:xfrm>
            <a:off x="4110458" y="4757787"/>
            <a:ext cx="0" cy="280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215573" y="583635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ls_int.pro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88" name="Straight Arrow Connector 87"/>
          <p:cNvCxnSpPr>
            <a:stCxn id="87" idx="0"/>
            <a:endCxn id="72" idx="2"/>
          </p:cNvCxnSpPr>
          <p:nvPr/>
        </p:nvCxnSpPr>
        <p:spPr>
          <a:xfrm flipH="1" flipV="1">
            <a:off x="829228" y="5436569"/>
            <a:ext cx="1" cy="399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3496802" y="5858613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lambert_int.pro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92" name="Straight Arrow Connector 91"/>
          <p:cNvCxnSpPr/>
          <p:nvPr/>
        </p:nvCxnSpPr>
        <p:spPr>
          <a:xfrm flipV="1">
            <a:off x="4110458" y="5458830"/>
            <a:ext cx="0" cy="399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15" idx="0"/>
            <a:endCxn id="73" idx="2"/>
          </p:cNvCxnSpPr>
          <p:nvPr/>
        </p:nvCxnSpPr>
        <p:spPr>
          <a:xfrm rot="16200000" flipH="1">
            <a:off x="352186" y="3319954"/>
            <a:ext cx="4257321" cy="12700"/>
          </a:xfrm>
          <a:prstGeom prst="bentConnector5">
            <a:avLst>
              <a:gd name="adj1" fmla="val -5370"/>
              <a:gd name="adj2" fmla="val -6685370"/>
              <a:gd name="adj3" fmla="val 10456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87" idx="0"/>
            <a:endCxn id="75" idx="2"/>
          </p:cNvCxnSpPr>
          <p:nvPr/>
        </p:nvCxnSpPr>
        <p:spPr>
          <a:xfrm rot="5400000" flipH="1" flipV="1">
            <a:off x="3096358" y="3169441"/>
            <a:ext cx="399783" cy="49340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864443" y="2984251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Disk-resolved models</a:t>
            </a:r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6728690" y="4068829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Disk-integrated models</a:t>
            </a:r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2781971" y="88672"/>
            <a:ext cx="35704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Photometry Module</a:t>
            </a:r>
            <a:endParaRPr lang="en-US" sz="3200" dirty="0"/>
          </a:p>
        </p:txBody>
      </p:sp>
      <p:sp>
        <p:nvSpPr>
          <p:cNvPr id="93" name="Rectangle 92"/>
          <p:cNvSpPr/>
          <p:nvPr/>
        </p:nvSpPr>
        <p:spPr>
          <a:xfrm>
            <a:off x="5149613" y="2052272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a</a:t>
            </a:r>
            <a:r>
              <a:rPr lang="en-US" sz="1200" dirty="0" err="1" smtClean="0">
                <a:solidFill>
                  <a:schemeClr val="tx1"/>
                </a:solidFill>
              </a:rPr>
              <a:t>kimov_model.pro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149613" y="1185536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a</a:t>
            </a:r>
            <a:r>
              <a:rPr lang="en-US" sz="1200" dirty="0" err="1" smtClean="0">
                <a:solidFill>
                  <a:schemeClr val="tx1"/>
                </a:solidFill>
              </a:rPr>
              <a:t>kimov.pro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07" name="Straight Connector 106"/>
          <p:cNvCxnSpPr/>
          <p:nvPr/>
        </p:nvCxnSpPr>
        <p:spPr>
          <a:xfrm>
            <a:off x="5763269" y="1602547"/>
            <a:ext cx="0" cy="206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6801231" y="5028341"/>
            <a:ext cx="1227312" cy="4202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minnaert_intphasefunc.pro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4122058" y="1603738"/>
            <a:ext cx="0" cy="471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5780117" y="4780809"/>
            <a:ext cx="1" cy="2484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39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121</Words>
  <Application>Microsoft Macintosh PowerPoint</Application>
  <PresentationFormat>On-screen Show (4:3)</PresentationFormat>
  <Paragraphs>91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宋体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Planetary Science Institute</Company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Jian-Yang Li</dc:creator>
  <cp:lastModifiedBy>Jian-Yang Li</cp:lastModifiedBy>
  <cp:revision>150</cp:revision>
  <cp:lastPrinted>2016-07-18T18:04:14Z</cp:lastPrinted>
  <dcterms:created xsi:type="dcterms:W3CDTF">2016-05-29T17:20:14Z</dcterms:created>
  <dcterms:modified xsi:type="dcterms:W3CDTF">2017-10-02T18:48:38Z</dcterms:modified>
</cp:coreProperties>
</file>